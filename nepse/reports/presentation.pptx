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NEPSE Stock Price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&amp; Data Science on the Nepal Stock Exchange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NEPSE investors lack accessible, data-driven price-prediction tools.</a:t>
            </a:r>
          </a:p>
          <a:p>
            <a:pPr>
              <a:defRPr sz="1800"/>
            </a:pPr>
            <a:r>
              <a:t>Goal: forecast next-day &amp; multi-day closing prices for major companies.</a:t>
            </a:r>
          </a:p>
          <a:p>
            <a:pPr>
              <a:defRPr sz="1800"/>
            </a:pPr>
            <a:r>
              <a:t>Compare classical ML and deep learning approaches.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Companies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Nabil Bank (NABIL)</a:t>
            </a:r>
          </a:p>
          <a:p>
            <a:pPr>
              <a:defRPr sz="1800"/>
            </a:pPr>
            <a:r>
              <a:t>NIC Asia Bank (NICA)</a:t>
            </a:r>
          </a:p>
          <a:p>
            <a:pPr>
              <a:defRPr sz="1800"/>
            </a:pPr>
            <a:r>
              <a:t>Nepal Reinsurance Company (NRIC)</a:t>
            </a:r>
          </a:p>
          <a:p>
            <a:pPr>
              <a:defRPr sz="1800"/>
            </a:pPr>
            <a:r>
              <a:t>Citizen Investment Trust (CIT)</a:t>
            </a:r>
          </a:p>
          <a:p>
            <a:pPr>
              <a:defRPr sz="1800"/>
            </a:pPr>
            <a:r>
              <a:t>Shivam Cements (SHIVM)</a:t>
            </a:r>
          </a:p>
          <a:p>
            <a:pPr>
              <a:defRPr sz="1800"/>
            </a:pPr>
            <a:r>
              <a:t>Hydroelectricity Investment &amp; Development Co. (HIDCL)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data via nepse-scraper (synthetic fallback).</a:t>
            </a:r>
          </a:p>
          <a:p>
            <a:pPr>
              <a:defRPr sz="1800"/>
            </a:pPr>
            <a:r>
              <a:t>Cleaning: sort, de-duplicate, ffill/bfill.</a:t>
            </a:r>
          </a:p>
          <a:p>
            <a:pPr>
              <a:defRPr sz="1800"/>
            </a:pPr>
            <a:r>
              <a:t>Features: MA, EMA, RSI(14), MACD, lags, volatility, spreads.</a:t>
            </a:r>
          </a:p>
          <a:p>
            <a:pPr>
              <a:defRPr sz="1800"/>
            </a:pPr>
            <a:r>
              <a:t>Target: next-day close.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— baseline.</a:t>
            </a:r>
          </a:p>
          <a:p>
            <a:pPr>
              <a:defRPr sz="1800"/>
            </a:pPr>
            <a:r>
              <a:t>Random Forest — non-linear ensemble.</a:t>
            </a:r>
          </a:p>
          <a:p>
            <a:pPr>
              <a:defRPr sz="1800"/>
            </a:pPr>
            <a:r>
              <a:t>XGBoost — gradient boosting (typically best classical).</a:t>
            </a:r>
          </a:p>
          <a:p>
            <a:pPr>
              <a:defRPr sz="1800"/>
            </a:pPr>
            <a:r>
              <a:t>LSTM — 30-day sliding window on scaled closes.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Chronological 80/20 split (no look-ahead).</a:t>
            </a:r>
          </a:p>
          <a:p>
            <a:pPr>
              <a:defRPr sz="1800"/>
            </a:pPr>
            <a:r>
              <a:t>Metrics: RMSE, MAE, R², MAPE.</a:t>
            </a:r>
          </a:p>
          <a:p>
            <a:pPr>
              <a:defRPr sz="1800"/>
            </a:pPr>
            <a:r>
              <a:t>Persisted to models/&lt;SYMBOL&gt;_metrics.json.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(Streamlit)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Overview: candlestick + KPIs.</a:t>
            </a:r>
          </a:p>
          <a:p>
            <a:pPr>
              <a:defRPr sz="1800"/>
            </a:pPr>
            <a:r>
              <a:t>Technical Analysis: MA, RSI, MACD.</a:t>
            </a:r>
          </a:p>
          <a:p>
            <a:pPr>
              <a:defRPr sz="1800"/>
            </a:pPr>
            <a:r>
              <a:t>Forecast: 7 / 15 / 30 days.</a:t>
            </a:r>
          </a:p>
          <a:p>
            <a:pPr>
              <a:defRPr sz="1800"/>
            </a:pPr>
            <a:r>
              <a:t>One-click retraining per symbol.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install -r requirements.txt</a:t>
            </a:r>
          </a:p>
          <a:p>
            <a:pPr>
              <a:defRPr sz="1800"/>
            </a:pPr>
            <a:r>
              <a:t>python src/train_model.py --symbol NABIL</a:t>
            </a:r>
          </a:p>
          <a:p>
            <a:pPr>
              <a:defRPr sz="1800"/>
            </a:pPr>
            <a:r>
              <a:t>streamlit run app/streamlit_app.py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NEPSE prediction pipeline delivered.</a:t>
            </a:r>
          </a:p>
          <a:p>
            <a:pPr>
              <a:defRPr sz="1800"/>
            </a:pPr>
            <a:r>
              <a:t>Classical ML vs DL comparison enabled.</a:t>
            </a:r>
          </a:p>
          <a:p>
            <a:pPr>
              <a:defRPr sz="1800"/>
            </a:pPr>
            <a:r>
              <a:t>Reusable framework for further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